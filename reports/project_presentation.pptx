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ac774fe7ca4d7c" /><Relationship Type="http://schemas.openxmlformats.org/officeDocument/2006/relationships/extended-properties" Target="/docProps/app.xml" Id="R34582212a3de4b82" /><Relationship Type="http://schemas.openxmlformats.org/officeDocument/2006/relationships/officeDocument" Target="/ppt/presentation.xml" Id="R5d64643bff6e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e54fd6b9ab4b60"/>
  </p:sldMasterIdLst>
  <p:notesMasterIdLst>
    <p:notesMasterId xmlns:r="http://schemas.openxmlformats.org/officeDocument/2006/relationships" r:id="R5b423e5b4bbd44f9"/>
  </p:notesMasterIdLst>
  <p:sldIdLst>
    <p:sldId xmlns:r="http://schemas.openxmlformats.org/officeDocument/2006/relationships" id="256" r:id="R2ff2bdf76070440b"/>
    <p:sldId xmlns:r="http://schemas.openxmlformats.org/officeDocument/2006/relationships" id="257" r:id="R150bcaa8055945f1"/>
    <p:sldId xmlns:r="http://schemas.openxmlformats.org/officeDocument/2006/relationships" id="258" r:id="R87f0fabcad6e4975"/>
    <p:sldId xmlns:r="http://schemas.openxmlformats.org/officeDocument/2006/relationships" id="259" r:id="R0c6d1af1eae149c9"/>
    <p:sldId xmlns:r="http://schemas.openxmlformats.org/officeDocument/2006/relationships" id="260" r:id="Rcb5b5055b86a47fa"/>
    <p:sldId xmlns:r="http://schemas.openxmlformats.org/officeDocument/2006/relationships" id="261" r:id="R1bf787c171ea4e82"/>
    <p:sldId xmlns:r="http://schemas.openxmlformats.org/officeDocument/2006/relationships" id="262" r:id="Re33d7b8bf8e94270"/>
    <p:sldId xmlns:r="http://schemas.openxmlformats.org/officeDocument/2006/relationships" id="263" r:id="Rc5286f85da7e458d"/>
    <p:sldId xmlns:r="http://schemas.openxmlformats.org/officeDocument/2006/relationships" id="264" r:id="R949f29b1c4f0407b"/>
    <p:sldId xmlns:r="http://schemas.openxmlformats.org/officeDocument/2006/relationships" id="265" r:id="R280f0d2d429e4b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3a039afd2c44c1" /><Relationship Type="http://schemas.openxmlformats.org/officeDocument/2006/relationships/slideMaster" Target="/ppt/slideMasters/slideMaster1.xml" Id="Re6e54fd6b9ab4b60" /><Relationship Type="http://schemas.openxmlformats.org/officeDocument/2006/relationships/notesMaster" Target="/ppt/notesMasters/notesMaster1.xml" Id="R5b423e5b4bbd44f9" /><Relationship Type="http://schemas.openxmlformats.org/officeDocument/2006/relationships/presProps" Target="/ppt/presProps.xml" Id="Rd97d48df370f4be3" /><Relationship Type="http://schemas.openxmlformats.org/officeDocument/2006/relationships/tableStyles" Target="/ppt/tableStyles.xml" Id="R1da6a7b9354a47d8" /><Relationship Type="http://schemas.openxmlformats.org/officeDocument/2006/relationships/slide" Target="/ppt/slides/slide1.xml" Id="R2ff2bdf76070440b" /><Relationship Type="http://schemas.openxmlformats.org/officeDocument/2006/relationships/slide" Target="/ppt/slides/slide2.xml" Id="R150bcaa8055945f1" /><Relationship Type="http://schemas.openxmlformats.org/officeDocument/2006/relationships/slide" Target="/ppt/slides/slide3.xml" Id="R87f0fabcad6e4975" /><Relationship Type="http://schemas.openxmlformats.org/officeDocument/2006/relationships/slide" Target="/ppt/slides/slide4.xml" Id="R0c6d1af1eae149c9" /><Relationship Type="http://schemas.openxmlformats.org/officeDocument/2006/relationships/slide" Target="/ppt/slides/slide5.xml" Id="Rcb5b5055b86a47fa" /><Relationship Type="http://schemas.openxmlformats.org/officeDocument/2006/relationships/slide" Target="/ppt/slides/slide6.xml" Id="R1bf787c171ea4e82" /><Relationship Type="http://schemas.openxmlformats.org/officeDocument/2006/relationships/slide" Target="/ppt/slides/slide7.xml" Id="Re33d7b8bf8e94270" /><Relationship Type="http://schemas.openxmlformats.org/officeDocument/2006/relationships/slide" Target="/ppt/slides/slide8.xml" Id="Rc5286f85da7e458d" /><Relationship Type="http://schemas.openxmlformats.org/officeDocument/2006/relationships/slide" Target="/ppt/slides/slide9.xml" Id="R949f29b1c4f0407b" /><Relationship Type="http://schemas.openxmlformats.org/officeDocument/2006/relationships/slide" Target="/ppt/slides/slide10.xml" Id="R280f0d2d429e4b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6e538df41f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423497e3148ee" /><Relationship Type="http://schemas.openxmlformats.org/officeDocument/2006/relationships/notesMaster" Target="/ppt/notesMasters/notesMaster1.xml" Id="R40b6bc85db19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b70446dad4abd" /><Relationship Type="http://schemas.openxmlformats.org/officeDocument/2006/relationships/notesMaster" Target="/ppt/notesMasters/notesMaster1.xml" Id="R9e09534063e348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f563e0e78c482b" /><Relationship Type="http://schemas.openxmlformats.org/officeDocument/2006/relationships/notesMaster" Target="/ppt/notesMasters/notesMaster1.xml" Id="R087f149a9b404d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3625cc13684c1e" /><Relationship Type="http://schemas.openxmlformats.org/officeDocument/2006/relationships/notesMaster" Target="/ppt/notesMasters/notesMaster1.xml" Id="R4acf4ce8fb3540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20aa62f92458f" /><Relationship Type="http://schemas.openxmlformats.org/officeDocument/2006/relationships/notesMaster" Target="/ppt/notesMasters/notesMaster1.xml" Id="R663332dac950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6d8cafc30f4f9f" /><Relationship Type="http://schemas.openxmlformats.org/officeDocument/2006/relationships/notesMaster" Target="/ppt/notesMasters/notesMaster1.xml" Id="R756bda0e23444c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bcd5d409a743b6" /><Relationship Type="http://schemas.openxmlformats.org/officeDocument/2006/relationships/notesMaster" Target="/ppt/notesMasters/notesMaster1.xml" Id="R1194ecda7344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63c0dfda23429d" /><Relationship Type="http://schemas.openxmlformats.org/officeDocument/2006/relationships/notesMaster" Target="/ppt/notesMasters/notesMaster1.xml" Id="R83c6a3bbdb4f4e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213db78a914674" /><Relationship Type="http://schemas.openxmlformats.org/officeDocument/2006/relationships/notesMaster" Target="/ppt/notesMasters/notesMaster1.xml" Id="Rcecfcb2d4b7a4b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7a8f1997845b5" /><Relationship Type="http://schemas.openxmlformats.org/officeDocument/2006/relationships/notesMaster" Target="/ppt/notesMasters/notesMaster1.xml" Id="Re03bae28f8df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f60de52134d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dbd7bc9a74eb3" /><Relationship Type="http://schemas.openxmlformats.org/officeDocument/2006/relationships/slideLayout" Target="/ppt/slideLayouts/slideLayout1.xml" Id="Rd7de0d9b57ae41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de0d9b57ae41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cb7e9de484ed6" /><Relationship Type="http://schemas.openxmlformats.org/officeDocument/2006/relationships/notesSlide" Target="/ppt/notesSlides/notesSlide1.xml" Id="Rac76ef4ec0d040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637c9fbe642b0" /><Relationship Type="http://schemas.openxmlformats.org/officeDocument/2006/relationships/notesSlide" Target="/ppt/notesSlides/notesSlide2.xml" Id="Rd7c020635f36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f0c81a0bd43eb" /><Relationship Type="http://schemas.openxmlformats.org/officeDocument/2006/relationships/notesSlide" Target="/ppt/notesSlides/notesSlide3.xml" Id="Re9145dcb4f4a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d3a86d9414aa9" /><Relationship Type="http://schemas.openxmlformats.org/officeDocument/2006/relationships/image" Target="/ppt/media/image.png" Id="R6bd4f8c0dc044c7f" /><Relationship Type="http://schemas.openxmlformats.org/officeDocument/2006/relationships/notesSlide" Target="/ppt/notesSlides/notesSlide4.xml" Id="R02f1d890b93844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f9cd27f4940e4" /><Relationship Type="http://schemas.openxmlformats.org/officeDocument/2006/relationships/image" Target="/ppt/media/image2.png" Id="R79d7027f94c441e6" /><Relationship Type="http://schemas.openxmlformats.org/officeDocument/2006/relationships/image" Target="/ppt/media/image3.png" Id="Ref8dcb6d27b349a4" /><Relationship Type="http://schemas.openxmlformats.org/officeDocument/2006/relationships/notesSlide" Target="/ppt/notesSlides/notesSlide5.xml" Id="R5773b1afd97a49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9ebf64e0346a8" /><Relationship Type="http://schemas.openxmlformats.org/officeDocument/2006/relationships/notesSlide" Target="/ppt/notesSlides/notesSlide6.xml" Id="R359a858bc7bd4d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e6582970445c5" /><Relationship Type="http://schemas.openxmlformats.org/officeDocument/2006/relationships/image" Target="/ppt/media/image4.png" Id="R05b14b9d92424515" /><Relationship Type="http://schemas.openxmlformats.org/officeDocument/2006/relationships/notesSlide" Target="/ppt/notesSlides/notesSlide7.xml" Id="R27f137aa080e4e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4676c3df44f1e" /><Relationship Type="http://schemas.openxmlformats.org/officeDocument/2006/relationships/image" Target="/ppt/media/image5.png" Id="R1e0edd974f78431b" /><Relationship Type="http://schemas.openxmlformats.org/officeDocument/2006/relationships/image" Target="/ppt/media/image6.png" Id="R877374e5620445ed" /><Relationship Type="http://schemas.openxmlformats.org/officeDocument/2006/relationships/notesSlide" Target="/ppt/notesSlides/notesSlide8.xml" Id="R464341d50dc04f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c0b84242e4cc3" /><Relationship Type="http://schemas.openxmlformats.org/officeDocument/2006/relationships/notesSlide" Target="/ppt/notesSlides/notesSlide9.xml" Id="R81f48b7e50a145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d4650a36f408a" /><Relationship Type="http://schemas.openxmlformats.org/officeDocument/2006/relationships/notesSlide" Target="/ppt/notesSlides/notesSlide10.xml" Id="R0db108b9b5ad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B1463-2F56-4BB6-8FE3-D635A87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机制可解释性课程项目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8FB1D-6293-4DD8-9E61-B88BD94A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00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基于 Truth Direction 的</a:t>
            </a:r>
          </a:p>
          <a:p xmlns:a="http://schemas.openxmlformats.org/drawingml/2006/main">
            <a:pPr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GPT-2-small 事实判断机制定位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2D82B-01DB-434B-94A1-2D2DB4FF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470"/>
                </a:solidFill>
              </a:defRPr>
            </a:pPr>
            <a:r>
              <a:rPr sz="1650">
                <a:solidFill>
                  <a:srgbClr val="5C6470"/>
                </a:solidFill>
              </a:rPr>
              <a:t>Locate / Steer &amp; Improve / Mechanistic Interpretability Reproduction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5E72D-24C5-4893-8E86-9AFB81C4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A6FE3-9855-41D7-A579-C9800B2A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528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C422-F5A0-41E4-AB2E-0B5C35DF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true/false factual statements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56153-DA60-4C23-90E6-33B976D2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76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A2CB0-D2E7-4002-80A2-81085EF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482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0.953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BB55B-4D95-4F7F-BEA6-E39354EC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best capital probe 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6EA0D-84A2-4533-A611-B441A80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00C82-652E-4EFC-AAD6-5A39DB53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482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18551-DF85-4D16-827C-5A301CFD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43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intervention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9D5A3-68E9-4963-9404-CCD5F620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solidFill>
              <a:srgbClr val="D9E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78B25-A8F8-40DA-94DA-104625E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核心结论：可读的 truth direction 存在，但可读性不等于直接可控性。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D6A70-DC27-4829-8CFD-8CB609B2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03C1B-DE6F-44EC-98A6-A9495B03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5899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77898-E6B5-468A-9FC8-F271DE2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F5F97-BE2A-4BAC-A862-31875165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研究问题聚焦在一个可复现实验闭环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A96EF-4C11-49E5-A245-E1C4084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5C8C2-DFDD-4375-B268-A2B23CFB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A1B03-9503-4D0B-9441-5C3DA30D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99C01-ED30-47C5-8FD2-AC4D22C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9DDEA-5874-4FE1-9F03-80D534B0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哪些层能线性读出 true/false 信息？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FE242-086A-4D5B-8782-D770CDE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A46D8-4012-4412-B617-7DB3061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这种信息是否跨事实领域稳定？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F7BB2-43E9-4677-9915-09622B27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F98A5-7288-4E86-BDC6-45D12818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学到的 direction 能否被 steering 或 ablation 控制？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CE8C1-8E88-4DA0-B78F-27C8A136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54433-F565-46F4-86D4-109EC67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Activation patching 能否提供更强因果证据？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C3F1C-FA3A-4321-B59E-9F9A991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solidFill>
              <a:srgbClr val="D9E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1461F-CD4B-4712-9A32-DAB8D7FB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29908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实验闭环：定位表示 → 可视化结构 → 干预方向 → 分析负结果</a:t>
            </a:r>
          </a:p>
        </p:txBody>
      </p:sp>
    </p:spTree>
    <p:extLst>
      <p:ext uri="{BB962C8B-B14F-4D97-AF65-F5344CB8AC3E}">
        <p14:creationId xmlns:p14="http://schemas.microsoft.com/office/powerpoint/2010/main" val="897546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32507-78B2-4F06-A3FE-2B5035E6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4D111-ACCE-493C-BE0C-4BBD5515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数据集设计控制泄漏，并保留跨领域比较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BDBAE-B93F-488C-A1CC-7C4EE8B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55D95-2914-4D3F-B0E3-D462FED2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9FDDF-8999-4175-B5DC-C7ADE4D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0EBB2-1605-4BD2-BDD3-E6FBFA3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BEEDF-C0DC-4D33-B81E-8B2853D2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264 / 264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28F06-8D95-4B07-9219-A5E7BC0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true / false balanced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40C62-E266-4782-A23F-97FB0BE2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9310F-884E-4F04-B4BB-F3630C1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664E9-DB1B-49EC-9DD1-00580D08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fact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8BE39-D1E0-45A0-B960-2A9406F7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F786A-7B4E-41B4-A08A-5BF4C7C8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group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1784E-3229-44D9-A846-F97EB38C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same pair_id stays in one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AF036-EF75-46B7-A4D5-F4237F0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D37E3-47A3-4BB9-85EC-4213005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Domain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CFF6A-92E7-4A31-859A-C971B68A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6CB65-381A-4B53-9608-20D123D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956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D4442-761B-44CD-B692-2054D302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E4541-843B-4A78-B519-D85234D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capital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9AE31-6F54-4F96-8591-1243CAA0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71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89AD9-80F3-4DDC-AA58-BFA7A5C9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152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AFA8A-235F-4D58-9135-93F4A6D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6914F-09C7-4B9A-8023-A107525F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continent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D875C-32BB-4029-BD2A-ECD1DB7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620A0-1116-4505-95CC-F3FFC8BF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95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86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64C6E-6423-4E1E-BB3E-0B4FFB37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63FEC-CE0B-4C18-95EE-A8B1281C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element_symbol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1CDE44-632A-462E-9910-78FF784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95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89E54-1156-4F63-A1FE-D39A06C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81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80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0D173-B4C4-4560-8F40-5FA5A6CC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DD09D-A3F3-49E7-948F-1E79A1C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book_author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84AA00-4DBE-492D-9419-8A384761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B2F32-3F2F-4403-822E-792C0AD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434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60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3015F-93A0-43D4-91BA-BD38F080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FB70FB-7F66-4A36-8E77-72D52A4F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landmark_country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26CC15-536B-4459-8F68-3914B147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D1CF6D-FF50-429A-BFBD-02C44A8B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054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39FBED-0F6E-4D51-A3E8-ED329F6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551848-714F-4C1F-BC56-CE10C9DC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science + math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871997-65C0-4039-ADAE-6F88812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816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F12C79-B044-46FA-87CA-AC1467A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673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90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6250DB-E9D0-421B-88E5-7DC15F7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4D9C5D-2D5C-4134-A482-29C7A60A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19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模型：GPT-2-small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A7104D-C7EC-4EC6-95C9-C6D4DF5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F048C3-400F-4252-A78E-4A142D8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框架：TransformerLens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B265E4-5868-43D6-A886-1E18C4E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19D6BA-C289-4175-92BE-7D125EE2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Hook：resid_post / attn_out / mlp_out</a:t>
            </a:r>
          </a:p>
        </p:txBody>
      </p:sp>
    </p:spTree>
    <p:extLst>
      <p:ext uri="{BB962C8B-B14F-4D97-AF65-F5344CB8AC3E}">
        <p14:creationId xmlns:p14="http://schemas.microsoft.com/office/powerpoint/2010/main" val="980691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E02F8-1335-4F7A-AD24-02048B93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LOCATE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B1C2D-1572-4A96-8968-F1E66E6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Truth signal is strongest in structured capital 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16353-18E5-4E39-AF39-0E7F16F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0DEF2-F08E-48E7-8064-E810764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E341-83A6-4A7D-A553-3B44ECE0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4f8c0dc044c7f"/>
          <a:stretch xmlns:a="http://schemas.openxmlformats.org/drawingml/2006/main"/>
        </p:blipFill>
        <p:spPr>
          <a:xfrm xmlns:a="http://schemas.openxmlformats.org/drawingml/2006/main">
            <a:off x="666750" y="1952625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B3B06-E690-41AC-88F7-ACF5ADA4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solidFill>
              <a:srgbClr val="D9E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43BE8-E478-4B80-8C79-D18DEFE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Capital + answer prompt reaches AUC 0.953 at layer 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06F66-9578-48FE-B98A-84952425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76259-3F37-40A3-8A05-CFC29D8E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29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混合领域信号被任务差异稀释。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66DEB-DBD8-47A8-B4C7-07ADCF67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2CB8D-4064-4E4D-9653-6A8546B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86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truth direction 更像领域相关结构。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04C57-BFCE-4E47-A75A-9F4EBFE0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8D0ED-ED32-4CBD-83E9-A6D4C72F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后续主实验聚焦 capital。</a:t>
            </a:r>
          </a:p>
        </p:txBody>
      </p:sp>
    </p:spTree>
    <p:extLst>
      <p:ext uri="{BB962C8B-B14F-4D97-AF65-F5344CB8AC3E}">
        <p14:creationId xmlns:p14="http://schemas.microsoft.com/office/powerpoint/2010/main" val="141026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FD38A-5D58-45B7-9AEC-3AE1FA01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FOCUSED PROBE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28920-C143-42B3-B585-8CE5A09D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High-dimensional probe succeeds where PCA does not fully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15EA6-3BB4-42CD-A78D-96A08C4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2AB2C-79FB-443B-BAB9-953B555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2CC1D-169C-4682-A835-1693DA5A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7027f94c441e6"/>
          <a:stretch xmlns:a="http://schemas.openxmlformats.org/drawingml/2006/main"/>
        </p:blipFill>
        <p:spPr>
          <a:xfrm xmlns:a="http://schemas.openxmlformats.org/drawingml/2006/main">
            <a:off x="590550" y="1978479"/>
            <a:ext cx="5143500" cy="2939143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dcb6d27b349a4"/>
          <a:stretch xmlns:a="http://schemas.openxmlformats.org/drawingml/2006/main"/>
        </p:blipFill>
        <p:spPr>
          <a:xfrm xmlns:a="http://schemas.openxmlformats.org/drawingml/2006/main">
            <a:off x="6362700" y="1733550"/>
            <a:ext cx="48006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F508B-06FA-4329-92B1-237AC12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solidFill>
              <a:srgbClr val="D9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160ED-8E87-45E3-AFBA-7566CCB3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Best AUC: layer 8 = 0.953. Best accuracy: layer 10 = 0.870.</a:t>
            </a:r>
          </a:p>
        </p:txBody>
      </p:sp>
    </p:spTree>
    <p:extLst>
      <p:ext uri="{BB962C8B-B14F-4D97-AF65-F5344CB8AC3E}">
        <p14:creationId xmlns:p14="http://schemas.microsoft.com/office/powerpoint/2010/main" val="1088099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0F89A-9D8E-4470-A0DA-F272C5C9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D188A-1E84-4A26-97F5-F710EA6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Errors show probe readability is not a perfect fact 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FBE94-9539-4F7B-A239-748394E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41093-D02D-4345-9767-0C93E24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665E0-C659-44F0-9696-FA4FFC27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393B6-572C-4F81-9302-CC96BC33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3E86D-B07B-43F3-AD7F-4B00978D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93737-5623-468F-AB34-1A0D46B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test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9AFBF-859E-466A-92F2-00B7F7F8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C583B-E053-4F2E-BF14-5DFCBFD2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B6E03-6EC2-4CD3-89B3-6F58982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correct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FD721-6BED-45C8-9D54-DD22AA1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271B7-E4E3-4759-8C2A-DFBD09B2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669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7DF08-933D-45CC-9906-F341F9A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470"/>
                </a:solidFill>
              </a:defRPr>
            </a:pPr>
            <a:r>
              <a:rPr sz="1125">
                <a:solidFill>
                  <a:srgbClr val="5C6470"/>
                </a:solidFill>
              </a:rPr>
              <a:t>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4D8FD-85E9-4093-B7C8-03DA4354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B8267-8946-4CB5-B7BA-759A38CC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Statement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D191A-F700-4F3E-8A33-5672D0DF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14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EB816-896A-4CB3-BF86-59F9EE3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8A15E-16CE-4530-B2BC-A9D3E324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9ADEC-A6C9-4521-84A7-D0E0C0BA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0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7B2BA-EC1C-4167-A84F-0B522DD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DA6E2-D61F-4AAA-AF07-7DE2F0E7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Laos is Vientiane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2510A-F69F-4946-9A44-C160C9B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95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82537-081D-4768-8F2D-0065134D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81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AD7D1-6BF1-4602-911A-985CEE3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11CB7-0D09-4AE6-94ED-2D804C6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81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268DB-9C23-41E1-8BB5-5A0DFF7D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B0455-27B3-462C-9B10-F0013CB3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Canada is Amman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1DBC8-4315-4E5F-BE2C-07586EFB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76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9FEE8-AFB0-43D1-949B-DD456A44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62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false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0DA4A-CB30-4A00-9C28-72079192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1D7C02-D6D4-4EE1-AC9A-E43D8DE9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62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D0273-158E-46EA-991A-B5F19698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D6F087-4D6C-4AD6-BD06-8151586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Chile is Santiago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6DC18C-B349-4098-A755-DA53EBE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57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B969B3-9946-4C1F-AB75-525027D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43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67EF5C-9203-4FC3-B83A-69BB1CD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2F3AE6-C8BA-4407-8EF2-42686629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43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false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D9D56B-6366-456C-8C99-9DD1EEF7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779E30-91D0-467B-AF81-F95D4B5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4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India is New Delhi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35A18B-76D8-410D-8C2C-29A9BD95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38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24192-C973-4C5D-BE06-3E41AA2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24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6FF0E7-EE0D-4F6C-A273-EBEC7102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A67848-3510-4F23-8D50-85A19A2F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24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5F53EB-2111-42B1-916E-3C0C958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19821-DE6F-4105-95AF-C0B088F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Nigeria is Mexico City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445611-9422-453F-9613-2A7BB62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19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FFFB2D-6200-460D-A7F9-CD5C30A4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05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false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A6D85C-2476-4D06-AA6A-07259E49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19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342164-36A5-4A5A-B1D8-58DE6BD3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05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true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ADBF75-AADB-46A3-B7BB-C55B58B4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solidFill>
              <a:srgbClr val="FFF1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4480D1-6420-4B5D-ACD5-622176E7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43275"/>
            <a:ext cx="2514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AUC 高说明排序能力强；固定 0.5 阈值仍会产生偏置。</a:t>
            </a:r>
          </a:p>
        </p:txBody>
      </p:sp>
    </p:spTree>
    <p:extLst>
      <p:ext uri="{BB962C8B-B14F-4D97-AF65-F5344CB8AC3E}">
        <p14:creationId xmlns:p14="http://schemas.microsoft.com/office/powerpoint/2010/main" val="1324498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FF069-A766-44F3-9020-5882E92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CAUSAL LOCATE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C0085-4C41-41B1-9033-1C8BE0B8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Activation patching gives causal evidence in capital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62336-3985-4B29-8E57-F4198EC6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5CCC-C965-4A87-8AEE-3A45750D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75C2D-75BC-48B4-979C-07FEC47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14b9d92424515"/>
          <a:stretch xmlns:a="http://schemas.openxmlformats.org/drawingml/2006/main"/>
        </p:blipFill>
        <p:spPr>
          <a:xfrm xmlns:a="http://schemas.openxmlformats.org/drawingml/2006/main">
            <a:off x="690563" y="1714500"/>
            <a:ext cx="7000875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51B59-741F-4980-B45C-0F0EAC19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05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AF088-DA09-45FC-9BB7-1E6F29C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resid_post layer 11 recovery = 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BDBD8-DEF6-4D23-A187-A96AEF1D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0EB3A-BFD1-4140-AAE4-F3C7E889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attn_out contributes strongly but is not sufficient alone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281A2-83D3-4C4D-ABB4-8FB34B3D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BA7DD-6AC3-455C-A96A-ABB862CB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mlp_out patching is weaker</a:t>
            </a:r>
          </a:p>
        </p:txBody>
      </p:sp>
    </p:spTree>
    <p:extLst>
      <p:ext uri="{BB962C8B-B14F-4D97-AF65-F5344CB8AC3E}">
        <p14:creationId xmlns:p14="http://schemas.microsoft.com/office/powerpoint/2010/main" val="1739642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81D73-A200-4247-ADAF-DC7745BC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STEER &amp;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4AE7D-4A51-470A-8D30-24E46DD1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Steering moves the internal score, ablation reveals redundancy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B69EA-A81E-4228-AE19-BC32611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B9962-182E-4B2C-B351-A59EB3E6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EDBBA-89D0-4C5D-8AD4-50931AD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edd974f78431b"/>
          <a:stretch xmlns:a="http://schemas.openxmlformats.org/drawingml/2006/main"/>
        </p:blipFill>
        <p:spPr>
          <a:xfrm xmlns:a="http://schemas.openxmlformats.org/drawingml/2006/main">
            <a:off x="590550" y="2032907"/>
            <a:ext cx="4953000" cy="2830286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374e5620445ed"/>
          <a:stretch xmlns:a="http://schemas.openxmlformats.org/drawingml/2006/main"/>
        </p:blipFill>
        <p:spPr>
          <a:xfrm xmlns:a="http://schemas.openxmlformats.org/drawingml/2006/main">
            <a:off x="6286500" y="2032907"/>
            <a:ext cx="4953000" cy="283028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FC832-4011-4099-9608-7C4E54B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0">
            <a:solidFill>
              <a:srgbClr val="E8F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A27CE-B948-4958-9DDA-325BE140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975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负结果也重要：global steering 未提升输出判断；单方向 ablation 后重新训练 probe 仍有高 AUC。</a:t>
            </a:r>
          </a:p>
        </p:txBody>
      </p:sp>
    </p:spTree>
    <p:extLst>
      <p:ext uri="{BB962C8B-B14F-4D97-AF65-F5344CB8AC3E}">
        <p14:creationId xmlns:p14="http://schemas.microsoft.com/office/powerpoint/2010/main" val="1573212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019B2-B432-4C77-A70E-6005672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C5A54-BBD0-42E7-BD04-23B256EE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This is a small-scale reproduction plus domain-stability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1C9D2-91EF-4163-8497-EAEB87B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9952E-F571-4EF6-A87A-2E9CC3B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DE8CD-F8A4-4A18-9E7C-D10E6C68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20824-F965-4786-8731-4C42286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9F15-C4E4-4D67-8FDE-301D61AB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Paper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63DC4-79B3-4DDE-8FAD-F9FB88A5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F08D4-833C-44F1-9502-157C1615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57375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Project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7B832-B78D-4BCC-944F-00AF3CE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2944C-640E-41D6-98EA-53B67A4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True/false datasets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8C905-156B-42C1-9045-6D91342F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7A4F1-2BD5-4680-BBBB-BA4F39A7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90775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528 balanced factual statements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8E263-3A58-4A54-BF53-5291C4C0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E37D2-03E5-496B-9B1E-144A9BF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Linear truth representation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1E3AE-69B2-4E01-9D0B-9DD2A845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C8649-5881-4B45-9187-6B86590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24175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Layer-wise residual stream probe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64A1F-744E-44E2-B895-18315CB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3934B-0DE0-4FE9-B1AA-017FECA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Visualization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1B07F-A284-47FF-A6C2-7336014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65B26-7006-4B2D-A85A-B8DED7E4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57575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PCA activation scatter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BC61E-B27C-4C3E-9FE7-EC38330E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95D23-67EF-47F7-8C80-E634D33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Causal intervention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99C45-3592-4374-BC69-3F7F5C2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052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F9E22-9AF4-4DFF-9E32-B8C91DCD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90975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Patching, steering, 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92590-AEE0-4D37-BF9F-1DD50D4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97059-E283-4F05-87F3-3D7D1278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Generalization question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B76D0-4223-40EB-9E29-0A5DE855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62F72-8878-483D-8E16-39CB6DF9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24375"/>
            <a:ext cx="600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Domain and prompt sweep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B692E-CA04-4007-85AA-1802B90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solidFill>
              <a:srgbClr val="D9E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9C01D-CC51-4CAA-ABDE-BE7564A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864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拓展点：报告不只展示成功，也明确保留跨领域弱泛化与 steering 负结果。</a:t>
            </a:r>
          </a:p>
        </p:txBody>
      </p:sp>
    </p:spTree>
    <p:extLst>
      <p:ext uri="{BB962C8B-B14F-4D97-AF65-F5344CB8AC3E}">
        <p14:creationId xmlns:p14="http://schemas.microsoft.com/office/powerpoint/2010/main" val="915956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FA16D-854B-4E9B-A73F-EB1A1DCD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B71A0-0D22-42D1-A758-C66BAE9A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Takeaway: truth direction is useful, but not a universal button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696B5-652E-4A11-8C89-BED027BA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B61D7-BC14-418D-B677-27054CA3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Mechanistic Interpretability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FA4CE-8C6E-4F4F-B1AC-5B3A44D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C6470"/>
                </a:solidFill>
              </a:defRPr>
            </a:pPr>
            <a:r>
              <a:rPr sz="900">
                <a:solidFill>
                  <a:srgbClr val="5C6470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78A5-4609-4056-8657-BA9603BB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E3F59-EE0F-46FE-9926-F80910B5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Capital fact verification 中存在强线性 truth/false 表征。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D5409-0068-4D00-9402-74BDC04D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2697A-7499-4100-930F-1239784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后层 residual stream 对 capital recall 有清晰因果作用。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E3D8-1E67-4B5C-985F-0888566B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D6094-9960-4808-A779-F11793A2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可读性不等于直接可控性；naive steering 不足以 improve 输出。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72ADA-98A8-4DD6-8F35-AC6BC3E0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2DE15-EAB0-4155-AC3A-75BC1C23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单一 direction 之外仍有冗余子空间，后续可做 head-level patching 与多方向 ablation。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24CE6-6724-4866-ADD8-7DF2B36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14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solidFill>
              <a:srgbClr val="D9E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43280-8850-4080-BCD0-4C81912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880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最终观点：机制可解释性需要同时报告定位成功、因果证据、失败样本和负结果。</a:t>
            </a:r>
          </a:p>
        </p:txBody>
      </p:sp>
    </p:spTree>
    <p:extLst>
      <p:ext uri="{BB962C8B-B14F-4D97-AF65-F5344CB8AC3E}">
        <p14:creationId xmlns:p14="http://schemas.microsoft.com/office/powerpoint/2010/main" val="1293882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2026-07-14T07:32:33.4550000Z</dcterms:created>
  <dcterms:modified xsi:type="dcterms:W3CDTF">2026-07-14T07:32:33.4550000Z</dcterms:modified>
</coreProperties>
</file>